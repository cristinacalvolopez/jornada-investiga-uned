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7" r:id="rId6"/>
    <p:sldId id="268" r:id="rId7"/>
    <p:sldId id="270" r:id="rId8"/>
    <p:sldId id="269" r:id="rId9"/>
    <p:sldId id="262" r:id="rId10"/>
    <p:sldId id="294" r:id="rId1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54" autoAdjust="0"/>
    <p:restoredTop sz="94660"/>
  </p:normalViewPr>
  <p:slideViewPr>
    <p:cSldViewPr>
      <p:cViewPr varScale="1">
        <p:scale>
          <a:sx n="66" d="100"/>
          <a:sy n="66" d="100"/>
        </p:scale>
        <p:origin x="163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DE GRACIA PALOMERA" userId="e82cb665-ef30-4001-a41f-51360782209f" providerId="ADAL" clId="{D2AC8459-FFFF-4A42-8F92-ED3D95AA7D55}"/>
    <pc:docChg chg="delSld modSld">
      <pc:chgData name="DANIEL DE GRACIA PALOMERA" userId="e82cb665-ef30-4001-a41f-51360782209f" providerId="ADAL" clId="{D2AC8459-FFFF-4A42-8F92-ED3D95AA7D55}" dt="2026-04-23T10:12:34.542" v="60" actId="47"/>
      <pc:docMkLst>
        <pc:docMk/>
      </pc:docMkLst>
      <pc:sldChg chg="modSp mod">
        <pc:chgData name="DANIEL DE GRACIA PALOMERA" userId="e82cb665-ef30-4001-a41f-51360782209f" providerId="ADAL" clId="{D2AC8459-FFFF-4A42-8F92-ED3D95AA7D55}" dt="2026-04-23T10:06:05.218" v="49" actId="20577"/>
        <pc:sldMkLst>
          <pc:docMk/>
          <pc:sldMk cId="0" sldId="256"/>
        </pc:sldMkLst>
        <pc:spChg chg="mod">
          <ac:chgData name="DANIEL DE GRACIA PALOMERA" userId="e82cb665-ef30-4001-a41f-51360782209f" providerId="ADAL" clId="{D2AC8459-FFFF-4A42-8F92-ED3D95AA7D55}" dt="2026-04-23T10:06:05.218" v="4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NIEL DE GRACIA PALOMERA" userId="e82cb665-ef30-4001-a41f-51360782209f" providerId="ADAL" clId="{D2AC8459-FFFF-4A42-8F92-ED3D95AA7D55}" dt="2026-04-23T10:05:52.424" v="0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DANIEL DE GRACIA PALOMERA" userId="e82cb665-ef30-4001-a41f-51360782209f" providerId="ADAL" clId="{D2AC8459-FFFF-4A42-8F92-ED3D95AA7D55}" dt="2026-04-23T10:06:21.371" v="50" actId="47"/>
        <pc:sldMkLst>
          <pc:docMk/>
          <pc:sldMk cId="0" sldId="258"/>
        </pc:sldMkLst>
      </pc:sldChg>
      <pc:sldChg chg="del">
        <pc:chgData name="DANIEL DE GRACIA PALOMERA" userId="e82cb665-ef30-4001-a41f-51360782209f" providerId="ADAL" clId="{D2AC8459-FFFF-4A42-8F92-ED3D95AA7D55}" dt="2026-04-23T10:06:44.358" v="53" actId="47"/>
        <pc:sldMkLst>
          <pc:docMk/>
          <pc:sldMk cId="0" sldId="263"/>
        </pc:sldMkLst>
      </pc:sldChg>
      <pc:sldChg chg="del">
        <pc:chgData name="DANIEL DE GRACIA PALOMERA" userId="e82cb665-ef30-4001-a41f-51360782209f" providerId="ADAL" clId="{D2AC8459-FFFF-4A42-8F92-ED3D95AA7D55}" dt="2026-04-23T10:06:37.591" v="51" actId="47"/>
        <pc:sldMkLst>
          <pc:docMk/>
          <pc:sldMk cId="0" sldId="264"/>
        </pc:sldMkLst>
      </pc:sldChg>
      <pc:sldChg chg="del">
        <pc:chgData name="DANIEL DE GRACIA PALOMERA" userId="e82cb665-ef30-4001-a41f-51360782209f" providerId="ADAL" clId="{D2AC8459-FFFF-4A42-8F92-ED3D95AA7D55}" dt="2026-04-23T10:06:40.673" v="52" actId="47"/>
        <pc:sldMkLst>
          <pc:docMk/>
          <pc:sldMk cId="0" sldId="265"/>
        </pc:sldMkLst>
      </pc:sldChg>
      <pc:sldChg chg="del">
        <pc:chgData name="DANIEL DE GRACIA PALOMERA" userId="e82cb665-ef30-4001-a41f-51360782209f" providerId="ADAL" clId="{D2AC8459-FFFF-4A42-8F92-ED3D95AA7D55}" dt="2026-04-23T10:06:51.062" v="54" actId="47"/>
        <pc:sldMkLst>
          <pc:docMk/>
          <pc:sldMk cId="0" sldId="266"/>
        </pc:sldMkLst>
      </pc:sldChg>
      <pc:sldChg chg="del">
        <pc:chgData name="DANIEL DE GRACIA PALOMERA" userId="e82cb665-ef30-4001-a41f-51360782209f" providerId="ADAL" clId="{D2AC8459-FFFF-4A42-8F92-ED3D95AA7D55}" dt="2026-04-23T10:06:58.489" v="55" actId="47"/>
        <pc:sldMkLst>
          <pc:docMk/>
          <pc:sldMk cId="3068446835" sldId="271"/>
        </pc:sldMkLst>
      </pc:sldChg>
      <pc:sldChg chg="del">
        <pc:chgData name="DANIEL DE GRACIA PALOMERA" userId="e82cb665-ef30-4001-a41f-51360782209f" providerId="ADAL" clId="{D2AC8459-FFFF-4A42-8F92-ED3D95AA7D55}" dt="2026-04-23T10:06:59.450" v="56" actId="47"/>
        <pc:sldMkLst>
          <pc:docMk/>
          <pc:sldMk cId="4248604630" sldId="274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2976527416" sldId="276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1963934927" sldId="277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1031392249" sldId="278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528061614" sldId="280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3860043704" sldId="281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635908947" sldId="282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2622196194" sldId="283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3498693246" sldId="284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1125187114" sldId="285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195857395" sldId="286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1924372890" sldId="287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1397192135" sldId="288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2079316707" sldId="289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760386293" sldId="290"/>
        </pc:sldMkLst>
      </pc:sldChg>
      <pc:sldChg chg="del">
        <pc:chgData name="DANIEL DE GRACIA PALOMERA" userId="e82cb665-ef30-4001-a41f-51360782209f" providerId="ADAL" clId="{D2AC8459-FFFF-4A42-8F92-ED3D95AA7D55}" dt="2026-04-23T10:12:34.542" v="60" actId="47"/>
        <pc:sldMkLst>
          <pc:docMk/>
          <pc:sldMk cId="2867000024" sldId="291"/>
        </pc:sldMkLst>
      </pc:sldChg>
      <pc:sldChg chg="del">
        <pc:chgData name="DANIEL DE GRACIA PALOMERA" userId="e82cb665-ef30-4001-a41f-51360782209f" providerId="ADAL" clId="{D2AC8459-FFFF-4A42-8F92-ED3D95AA7D55}" dt="2026-04-23T10:07:05.891" v="58" actId="47"/>
        <pc:sldMkLst>
          <pc:docMk/>
          <pc:sldMk cId="837233903" sldId="292"/>
        </pc:sldMkLst>
      </pc:sldChg>
      <pc:sldChg chg="del">
        <pc:chgData name="DANIEL DE GRACIA PALOMERA" userId="e82cb665-ef30-4001-a41f-51360782209f" providerId="ADAL" clId="{D2AC8459-FFFF-4A42-8F92-ED3D95AA7D55}" dt="2026-04-23T10:07:02.579" v="57" actId="47"/>
        <pc:sldMkLst>
          <pc:docMk/>
          <pc:sldMk cId="1700586030" sldId="293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917399497" sldId="296"/>
        </pc:sldMkLst>
      </pc:sldChg>
      <pc:sldChg chg="del">
        <pc:chgData name="DANIEL DE GRACIA PALOMERA" userId="e82cb665-ef30-4001-a41f-51360782209f" providerId="ADAL" clId="{D2AC8459-FFFF-4A42-8F92-ED3D95AA7D55}" dt="2026-04-23T10:07:20.564" v="59" actId="47"/>
        <pc:sldMkLst>
          <pc:docMk/>
          <pc:sldMk cId="4097345541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Rectángulo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Rectángulo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Rectángulo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Rectángulo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Rectángulo redondeado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Rectángulo redondeado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Rectángulo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Rectángulo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Rectángulo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Rectángulo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Rectángulo redondeado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Rectángulo redondeado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Rectángulo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35 Rectángulo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36 Rectángulo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Rectángulo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Rectángulo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Rectángulo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23/04/2026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Análisis Sociológico del Sistema de Discursos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57200" y="3836640"/>
            <a:ext cx="4953000" cy="2688704"/>
          </a:xfrm>
        </p:spPr>
        <p:txBody>
          <a:bodyPr>
            <a:normAutofit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Análisis sociológico del sistema de discursos (Conde, 2009)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344248"/>
            <a:ext cx="8229600" cy="4325112"/>
          </a:xfrm>
        </p:spPr>
        <p:txBody>
          <a:bodyPr/>
          <a:lstStyle/>
          <a:p>
            <a:pPr marL="109728" indent="0">
              <a:buNone/>
            </a:pPr>
            <a:r>
              <a:rPr lang="es-ES" dirty="0"/>
              <a:t>Ideal para conocer tipos de discursos sociales sobre un objeto de estudio. Pasos:</a:t>
            </a:r>
          </a:p>
          <a:p>
            <a:pPr marL="109728" indent="0">
              <a:buNone/>
            </a:pPr>
            <a:endParaRPr lang="es-ES" dirty="0"/>
          </a:p>
          <a:p>
            <a:pPr lvl="1"/>
            <a:r>
              <a:rPr lang="es-ES" dirty="0"/>
              <a:t>Análisis de las posiciones discursivas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Identificación de las configuraciones narrativas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Análisis de los espacios semánticos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ES" sz="2400" b="1" dirty="0"/>
              <a:t>... </a:t>
            </a:r>
            <a:r>
              <a:rPr lang="es-ES" sz="2400" b="1" i="1" dirty="0"/>
              <a:t>eso de la calidad de vida ... me viene a mí a la cabeza porque mi marido es muy positivo y yo soy bastante negativa, ¿sabes? </a:t>
            </a:r>
          </a:p>
          <a:p>
            <a:pPr>
              <a:buNone/>
            </a:pPr>
            <a:endParaRPr lang="es-ES" i="1" dirty="0"/>
          </a:p>
          <a:p>
            <a:pPr lvl="1"/>
            <a:r>
              <a:rPr lang="es-ES" sz="2000" dirty="0"/>
              <a:t>Se</a:t>
            </a:r>
            <a:r>
              <a:rPr lang="es-ES" sz="2000" i="1" dirty="0"/>
              <a:t> </a:t>
            </a:r>
            <a:r>
              <a:rPr lang="es-ES" sz="2000" dirty="0"/>
              <a:t>expresa como una mujer casada, como una mujer que tiene un marido "muy positivo", mas "optimista" que ella. </a:t>
            </a:r>
          </a:p>
          <a:p>
            <a:pPr lvl="1"/>
            <a:r>
              <a:rPr lang="es-ES" sz="2000" dirty="0"/>
              <a:t>Rol de "esposa de ... " </a:t>
            </a:r>
          </a:p>
          <a:p>
            <a:pPr lvl="1"/>
            <a:r>
              <a:rPr lang="es-ES" sz="2000" dirty="0"/>
              <a:t>Expresado en términos que podríamos llamar relativamente tradicionales (se habla del marido, no del C0mpañero u otra expresión mas 0 menos próxima).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ES" b="1" dirty="0"/>
              <a:t>.. </a:t>
            </a:r>
            <a:r>
              <a:rPr lang="es-ES" b="1" i="1" dirty="0"/>
              <a:t>y, a veces, lo entendemos mal porque, a veces, calidad de vida lo entende1nos a cuanto más tienes…</a:t>
            </a:r>
          </a:p>
          <a:p>
            <a:pPr>
              <a:buNone/>
            </a:pPr>
            <a:endParaRPr lang="es-ES" i="1" dirty="0"/>
          </a:p>
          <a:p>
            <a:pPr marL="749808" lvl="1" indent="-457200"/>
            <a:r>
              <a:rPr lang="es-ES" sz="2200" dirty="0"/>
              <a:t>De la primera persona del singular pasa a hablar en la primera persona del plural: “lo entendemos mal”. </a:t>
            </a:r>
          </a:p>
          <a:p>
            <a:pPr marL="749808" lvl="1" indent="-457200"/>
            <a:r>
              <a:rPr lang="es-ES" sz="2200" dirty="0"/>
              <a:t>Clase social. Vincula un cierto tipo de promoción social con la idea de “tener más”. </a:t>
            </a:r>
          </a:p>
          <a:p>
            <a:pPr marL="749808" lvl="1" indent="-457200"/>
            <a:r>
              <a:rPr lang="es-ES" sz="2200" dirty="0"/>
              <a:t>Podría tratarse de “clase media-baja”.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563" indent="12700" algn="just">
              <a:buNone/>
            </a:pPr>
            <a:r>
              <a:rPr lang="es-ES" b="1" dirty="0"/>
              <a:t>a lo mejor tu hijo te contesta mal y ya te</a:t>
            </a:r>
          </a:p>
          <a:p>
            <a:pPr marL="182563" indent="12700" algn="just">
              <a:buNone/>
            </a:pPr>
            <a:r>
              <a:rPr lang="es-ES" b="1" dirty="0"/>
              <a:t>mides y ... y esos son los problemas que…</a:t>
            </a:r>
          </a:p>
          <a:p>
            <a:pPr marL="182563" indent="12700" algn="just">
              <a:buNone/>
            </a:pPr>
            <a:endParaRPr lang="es-ES" dirty="0"/>
          </a:p>
          <a:p>
            <a:pPr marL="182563" indent="12700" algn="ctr">
              <a:buNone/>
            </a:pPr>
            <a:r>
              <a:rPr lang="es-ES" dirty="0"/>
              <a:t>¿Rol?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Posiciones y configuraciones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0D481F7-A555-47E1-85B1-45F87DE56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587" y="2209801"/>
            <a:ext cx="7624826" cy="4403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6E964-09C2-4F85-85A3-0C14DDEE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 ejemplo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A22309B-08EE-410F-BD7C-037B047C1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2040901"/>
            <a:ext cx="7056784" cy="474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73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Espacios semánticos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D9BA6E2-0D76-4FC0-BE08-36440F4E2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Atractores primarios</a:t>
            </a:r>
          </a:p>
          <a:p>
            <a:endParaRPr lang="es-ES" dirty="0"/>
          </a:p>
          <a:p>
            <a:r>
              <a:rPr lang="es-ES" dirty="0"/>
              <a:t>Atractores secundarios</a:t>
            </a:r>
          </a:p>
          <a:p>
            <a:endParaRPr lang="es-ES" dirty="0"/>
          </a:p>
          <a:p>
            <a:r>
              <a:rPr lang="es-ES" dirty="0"/>
              <a:t>Relaciones con los hilos discursivos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Espacios semánticos</a:t>
            </a:r>
          </a:p>
        </p:txBody>
      </p:sp>
      <p:pic>
        <p:nvPicPr>
          <p:cNvPr id="4" name="Marcador de contenido 6">
            <a:extLst>
              <a:ext uri="{FF2B5EF4-FFF2-40B4-BE49-F238E27FC236}">
                <a16:creationId xmlns:a16="http://schemas.microsoft.com/office/drawing/2014/main" id="{828F090C-A41D-40AE-A08C-3568C67A9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587" y="2209801"/>
            <a:ext cx="7624826" cy="44037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44B477B-FC1A-483A-B72C-CF23705727A3}"/>
              </a:ext>
            </a:extLst>
          </p:cNvPr>
          <p:cNvSpPr txBox="1"/>
          <p:nvPr/>
        </p:nvSpPr>
        <p:spPr>
          <a:xfrm>
            <a:off x="1259632" y="5877273"/>
            <a:ext cx="151216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+mj-lt"/>
              </a:rPr>
              <a:t>“Se vivía mejor”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8626733-AAB8-44C4-9157-B4BF146E9AFB}"/>
              </a:ext>
            </a:extLst>
          </p:cNvPr>
          <p:cNvSpPr txBox="1"/>
          <p:nvPr/>
        </p:nvSpPr>
        <p:spPr>
          <a:xfrm>
            <a:off x="6372200" y="2905780"/>
            <a:ext cx="158417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+mj-lt"/>
              </a:rPr>
              <a:t>“Libertad”</a:t>
            </a:r>
          </a:p>
          <a:p>
            <a:r>
              <a:rPr lang="es-ES" sz="1400" dirty="0">
                <a:latin typeface="+mj-lt"/>
              </a:rPr>
              <a:t>“independencia”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96EC3-AC43-4240-BBBF-120CE689F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3398A2-3278-42F5-996D-84D7E16B7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Conde, F. (2009). Análisis sociológico del sistema de discursos. Madrid: CIS</a:t>
            </a:r>
          </a:p>
        </p:txBody>
      </p:sp>
    </p:spTree>
    <p:extLst>
      <p:ext uri="{BB962C8B-B14F-4D97-AF65-F5344CB8AC3E}">
        <p14:creationId xmlns:p14="http://schemas.microsoft.com/office/powerpoint/2010/main" val="3603314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1485</TotalTime>
  <Words>275</Words>
  <Application>Microsoft Office PowerPoint</Application>
  <PresentationFormat>Presentación en pantalla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Georgia</vt:lpstr>
      <vt:lpstr>Trebuchet MS</vt:lpstr>
      <vt:lpstr>Wingdings 2</vt:lpstr>
      <vt:lpstr>Urbano</vt:lpstr>
      <vt:lpstr>Análisis Sociológico del Sistema de Discursos</vt:lpstr>
      <vt:lpstr>Análisis sociológico del sistema de discursos (Conde, 2009)</vt:lpstr>
      <vt:lpstr>Presentación de PowerPoint</vt:lpstr>
      <vt:lpstr>Presentación de PowerPoint</vt:lpstr>
      <vt:lpstr>Presentación de PowerPoint</vt:lpstr>
      <vt:lpstr>Posiciones y configuraciones</vt:lpstr>
      <vt:lpstr>Otro ejemplo</vt:lpstr>
      <vt:lpstr>Espacios semánticos</vt:lpstr>
      <vt:lpstr>Espacios semánticos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Seminario de análisis cualitativo con atlas.ti</dc:title>
  <dc:creator>Dani</dc:creator>
  <cp:lastModifiedBy>DANIEL DE GRACIA PALOMERA</cp:lastModifiedBy>
  <cp:revision>159</cp:revision>
  <dcterms:created xsi:type="dcterms:W3CDTF">2018-11-14T12:48:28Z</dcterms:created>
  <dcterms:modified xsi:type="dcterms:W3CDTF">2026-04-23T10:12:43Z</dcterms:modified>
</cp:coreProperties>
</file>